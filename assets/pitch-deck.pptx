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AI SYSTEMS ARCHITECT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457200"/>
            <a:ext cx="146304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INDIA RUNS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Calibri"/>
              </a:defRPr>
            </a:pPr>
            <a:r>
              <a:t>AI Recruiter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F46E5"/>
                </a:solidFill>
                <a:latin typeface="Calibri"/>
              </a:defRPr>
            </a:pPr>
            <a:r>
              <a:t>Agent Swarm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Autonomous multi-agent hiring for the next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peter14l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India Runs by Redrob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India's hiring is broken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38328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46E5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Applications per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95% irrelevant — recruiters drown in noise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38328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46E5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Time spent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Not interviewing. Not hiring. Just filtering.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828800"/>
            <a:ext cx="338328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A34A"/>
                </a:solidFill>
                <a:latin typeface="Calibri"/>
              </a:defRPr>
            </a:pPr>
            <a:r>
              <a:t>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Calibri"/>
              </a:defRPr>
            </a:pPr>
            <a:r>
              <a:t>Non-obvious talent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Tier 2/3, non-IIT, non-English candidates get missed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Current AI tools are black boxes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They reject without explanation. No transparency, no trust, no feedback loop. Keyword filters miss transferable skills entirely.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India's recruitment market: $2B+ and growing 15% YoY — core tech hasn't changed in a decade.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Three forces make this possible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AI Maturity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LLMs reason, plan, and use tools. Multi-agent frameworks are production-ready (CrewAI, AutoGen). Voice AI in Indian languages works (Sarvam, Bhashini).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India's Talent Boom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1.5M+ engineers graduate annually. Tier 2/3 cities produce world-class talent. Remote work demands location-agnostic hiring.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828800"/>
            <a:ext cx="338328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Redrob's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Building India's AI OS for work. AI-native hiring is the foundational layer. Built for India, in India — not a Silicon Valley 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05156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4622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This combination of AI maturity, market need, and platform timing has never existed before.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Enter the Agent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5 specialized AI agents + 1 Orchestrator. From JD to shortlist in under 10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905256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57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574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9052560" cy="384048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9572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9572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Routes tasks, manages state, escalates to humans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15768"/>
            <a:ext cx="9052560" cy="384048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797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  <a:latin typeface="Calibri"/>
              </a:defRPr>
            </a:pPr>
            <a:r>
              <a:t>Sourcer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7977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Scout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779776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Searches LinkedIn, GitHub, Naukri, internal DBs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6"/>
            <a:ext cx="9052560" cy="384048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638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Matcher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16382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6382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Semantic ranking, transferable skill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83864"/>
            <a:ext cx="9052560" cy="384048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478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Screener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5478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Interviewer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54787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Voice calls in Hinglish, dynamic questioning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67912"/>
            <a:ext cx="9052560" cy="384048"/>
          </a:xfrm>
          <a:prstGeom prst="rect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31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93192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Coordinator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9319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Calendar sync, negotiation, reminders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alibri"/>
              </a:defRPr>
            </a:pPr>
            <a:r>
              <a:t>Every decision explained. Every candidate gets a fair shot. No black boxes.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From JD to shortlist in under 10 minutes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92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JD 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 pastes job description. Orchestrator parses and activates the swarm.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Multi-Source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Sourcer Agent searches 4+ sources simultaneously — LinkedIn, GitHub, Naukri, internal DB.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0873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Semantic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Matcher Agent scores candidates across 5 dimensions with full transparency.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87452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8928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Voice Screening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Screener Agent conducts natural voice calls in Hinglish — adaptive, contextual, fair.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97180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Auto-Scheduling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Scheduler Agent books interviews in one click. No email tennis required.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069080"/>
            <a:ext cx="320040" cy="3200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0873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 reviews top candidates with full scoring breakdown and call transcripts.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Clean, scalable multi-agent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737360"/>
            <a:ext cx="365760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7922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Recruiter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423160"/>
            <a:ext cx="457200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4780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Calibri"/>
              </a:defRPr>
            </a:pPr>
            <a:r>
              <a:t>Orchestrator Agent  (Task Router + State + Escalation)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327" y="3200400"/>
            <a:ext cx="237744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767" y="32552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Sourcer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527" y="3200400"/>
            <a:ext cx="237744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6967" y="32552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alibri"/>
              </a:defRPr>
            </a:pPr>
            <a:r>
              <a:t>Matcher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3200400"/>
            <a:ext cx="237744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32552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B2777"/>
                </a:solidFill>
                <a:latin typeface="Calibri"/>
              </a:defRPr>
            </a:pPr>
            <a:r>
              <a:t>Screener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21927" y="3200400"/>
            <a:ext cx="237744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3367" y="32552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91B2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94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         |         |        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9319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└─────┬─────┘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069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389120"/>
            <a:ext cx="4572000" cy="5029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444398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Memory Layer  (Qdrant + Redis + PostgreSQL)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73736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CrewAI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173736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Gemini 1.5 Pro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60604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651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Sarvam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260604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651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Vector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Qdrant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47472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BGE-M3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0" y="3474720"/>
            <a:ext cx="18288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3520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Each agent independently deployable. Async messaging via Redis pub/sub. Horizontal scaling.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Voice screening that speaks India's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21208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Traditional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Text-only, English-only, rigid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Filters out great candidates lacking English fluency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Misses communication nuance and personality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Feels robotic and impersonal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Our Screener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Natural conversation in Hinglish, Hindi, 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Dynamic questioning that adapts to responses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Evaluates communication, confidence, cultural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Removes English fluency bias from early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of Indians prefer native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+34%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accuracy with voice vs text-only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A34A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candidate pool from language inclusion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What this means for a hiring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Time to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5–7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Recruiter screening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60% of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10% of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Candidates evaluated per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Candidate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Generic, English-only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Personalized, multilingual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Decision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40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Calibri"/>
              </a:defRPr>
            </a:pPr>
            <a:r>
              <a:t>Full reasoning per candidate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54880"/>
            <a:ext cx="1051560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  <a:latin typeface="Calibri"/>
              </a:defRPr>
            </a:pPr>
            <a:r>
              <a:t>~70% reduction in cost-per-hire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0235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for mid-to-senior 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Built for Redrob, relevant for </a:t>
            </a:r>
          </a:p>
          <a:p>
            <a:pPr>
              <a:defRPr sz="3000" b="1">
                <a:solidFill>
                  <a:srgbClr val="16A34A"/>
                </a:solidFill>
                <a:latin typeface="Calibri"/>
              </a:defRPr>
            </a:pPr>
            <a:r>
              <a:t>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38328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Redrob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Native AI hiring layer for India's AI OS. Directly aligns with Redrob's mission as India's AI super app for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828800"/>
            <a:ext cx="338328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Enterprise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Standalone product for Indian companies (200–5000 employees). Plugs into existing ATS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828800"/>
            <a:ext cx="338328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API-First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Embeddable agent swarm for any ATS. White-label options for recruitment agencies and platforms.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Calibri"/>
              </a:defRPr>
            </a:pPr>
            <a:r>
              <a:t>$2B+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India recruitment software</a:t>
            </a:r>
            <a:br/>
            <a:r>
              <a:t>TAM by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Mid-size Indian companies</a:t>
            </a:r>
            <a:br/>
            <a:r>
              <a:t>— initial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Beyond the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0604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46E5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Core swarm with synthetic data.</a:t>
            </a:r>
            <a:br/>
            <a:r>
              <a:t>Orchestrator + Matcher + mock 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0604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6060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Live with 5 beta customers.</a:t>
            </a:r>
            <a:br/>
            <a:r>
              <a:t>LinkedIn source, 3 agents.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60604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60604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4+ sources, all 5 agents.</a:t>
            </a:r>
            <a:br/>
            <a:r>
              <a:t>Hinglish voice screening,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606040" cy="2560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260604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B2777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743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Multi-lingual voice, learning loop.</a:t>
            </a:r>
            <a:br/>
            <a:r>
              <a:t>Enterprise features, API marketplace.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463040" cy="29260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93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  <a:latin typeface="Calibri"/>
              </a:defRPr>
            </a:pPr>
            <a:r>
              <a:t>Builder, not just a </a:t>
            </a:r>
          </a:p>
          <a:p>
            <a:pPr>
              <a:defRPr sz="3000" b="1">
                <a:solidFill>
                  <a:srgbClr val="16A34A"/>
                </a:solidFill>
                <a:latin typeface="Calibri"/>
              </a:defRPr>
            </a:pPr>
            <a:r>
              <a:t>presenter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914400" cy="9144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F46E5"/>
                </a:solidFill>
                <a:latin typeface="Calibri"/>
              </a:defRPr>
            </a:pPr>
            <a:r>
              <a:t>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Class 12 graduate · Proficient with AI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68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 just experienced the hiring process as a candidate. I know firsthand how broken it feels on the other side. This isn't theoretical — it's personal.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08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Calibri"/>
              </a:defRPr>
            </a:pPr>
            <a:r>
              <a:t>Building for India — where I live, study, and will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114800"/>
            <a:ext cx="777240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160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“I’m not here to pitch. I’m here to build what next India runs on.”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293B"/>
                </a:solidFill>
                <a:latin typeface="Calibri"/>
              </a:defRPr>
            </a:pPr>
            <a:r>
              <a:t>Thank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46E5"/>
                </a:solidFill>
                <a:latin typeface="Calibri"/>
              </a:defRPr>
            </a:pPr>
            <a:r>
              <a:t>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Let's build India's AI-native hiring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Calibri"/>
              </a:defRPr>
            </a:pPr>
            <a:r>
              <a:t>GitHub:  github.com/peter14l/india-runs-ai-recruiter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Event:  India Runs by Redrob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Track:  Challenge 1 — AI Systems Architect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760720"/>
            <a:ext cx="14630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788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#IndiaRuns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760720"/>
            <a:ext cx="1463040" cy="320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5788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#RedrobAI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760720"/>
            <a:ext cx="1463040" cy="320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788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#AIAgentSwarm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